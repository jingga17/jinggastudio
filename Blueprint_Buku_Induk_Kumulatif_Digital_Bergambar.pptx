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Cover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39574C-D5F9-4CD3-883A-C977939D9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Ringkasan</a:t>
            </a:r>
          </a:p>
        </p:txBody>
      </p:sp>
      <p:pic>
        <p:nvPicPr>
          <p:cNvPr id="3" name="Picture 2" descr="a_clean_modern_web_dashboard_ui_screenshot_edu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 Pribadi</a:t>
            </a:r>
          </a:p>
        </p:txBody>
      </p:sp>
      <p:pic>
        <p:nvPicPr>
          <p:cNvPr id="3" name="Picture 2" descr="a_clean_modern_web_application_dashboard_screen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Akademik</a:t>
            </a:r>
          </a:p>
        </p:txBody>
      </p:sp>
      <p:pic>
        <p:nvPicPr>
          <p:cNvPr id="3" name="Picture 2" descr="a_clean_modern_web_app_dashboard_student_acad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Psikotes &amp; Gaya Belajar</a:t>
            </a:r>
          </a:p>
        </p:txBody>
      </p:sp>
      <p:pic>
        <p:nvPicPr>
          <p:cNvPr id="3" name="Picture 2" descr="a_clean_modern_web_dashboard_ui_screenshot_in_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Berkas Digital</a:t>
            </a:r>
          </a:p>
        </p:txBody>
      </p:sp>
      <p:pic>
        <p:nvPicPr>
          <p:cNvPr id="3" name="Picture 2" descr="a_clean_ui_screenshot_of_a_web_application_dashb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Blueprint Keseluruhan</a:t>
            </a:r>
          </a:p>
        </p:txBody>
      </p:sp>
      <p:pic>
        <p:nvPicPr>
          <p:cNvPr id="3" name="Picture 2" descr="a_high_resolution_ui_ux_design_mockup_blu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Landing Page Login</a:t>
            </a:r>
          </a:p>
        </p:txBody>
      </p:sp>
      <p:pic>
        <p:nvPicPr>
          <p:cNvPr id="3" name="Picture 2" descr="a_clean_modern_ui_mockup_blueprint_image_of_a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bembi lugina</cp:lastModifiedBy>
  <cp:revision>2</cp:revision>
  <dcterms:created xsi:type="dcterms:W3CDTF">2013-01-27T09:14:16Z</dcterms:created>
  <dcterms:modified xsi:type="dcterms:W3CDTF">2026-06-08T01:47:10Z</dcterms:modified>
  <cp:category/>
</cp:coreProperties>
</file>